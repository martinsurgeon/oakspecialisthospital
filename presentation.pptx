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D8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0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 SPECIALIST HOSPITAL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with Love, Trust, and Next-Gen Digital Innovation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Transformation Pitch &amp; Assessment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Website Redesign Team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Tuesday, 26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91E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006D8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Visual Brand &amp; Experience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Live Website (Static &amp; Dated)</a:t>
            </a:r>
            <a:endParaRPr lang="en-US" sz="1600" dirty="0"/>
          </a:p>
        </p:txBody>
      </p:sp>
      <p:pic>
        <p:nvPicPr>
          <p:cNvPr id="6" name="Image 0" descr="C:\Users\USER\.gemini\antigravity-ide\brain\6ebb21da-918f-47ad-a6b9-3eb1fca908ed\old_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27000" dist="50800" dir="16200000">
              <a:srgbClr val="CCCCCC">
                <a:alpha val="7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57200" y="57607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Outdated template with higher patient cognitive load.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Lack of engaging visual storytelling or brand narrative.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Redesigned Interface (Modern &amp; Animated)</a:t>
            </a:r>
            <a:endParaRPr lang="en-US" sz="1600" dirty="0"/>
          </a:p>
        </p:txBody>
      </p:sp>
      <p:pic>
        <p:nvPicPr>
          <p:cNvPr id="9" name="Image 1" descr="C:\Users\USER\.gemini\antigravity-ide\brain\6ebb21da-918f-47ad-a6b9-3eb1fca908ed\new_home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27000" dist="50800" dir="16200000">
              <a:srgbClr val="CCCCCC">
                <a:alpha val="75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6400800" y="57607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 custom typography (Clash Display) &amp; micro-animations.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cursor interactions, loader, and visual 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91E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006D8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Scheduling vs. Static Forms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Patient Inquiry Page (High Friction)</a:t>
            </a:r>
            <a:endParaRPr lang="en-US" sz="1600" dirty="0"/>
          </a:p>
        </p:txBody>
      </p:sp>
      <p:pic>
        <p:nvPicPr>
          <p:cNvPr id="6" name="Image 0" descr="C:\Users\USER\.gemini\antigravity-ide\brain\6ebb21da-918f-47ad-a6b9-3eb1fca908ed\old_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27000" dist="50800" dir="16200000">
              <a:srgbClr val="CCCCCC">
                <a:alpha val="7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57200" y="57607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Basic contact/inquiry form requires administrative sorting.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Delay in booking confirmations leading to patient drop-off.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5-Step Booking Wizard</a:t>
            </a:r>
            <a:endParaRPr lang="en-US" sz="1600" dirty="0"/>
          </a:p>
        </p:txBody>
      </p:sp>
      <p:pic>
        <p:nvPicPr>
          <p:cNvPr id="9" name="Image 1" descr="C:\Users\USER\.gemini\antigravity-ide\brain\6ebb21da-918f-47ad-a6b9-3eb1fca908ed\new_boo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27000" dist="50800" dir="16200000">
              <a:srgbClr val="CCCCCC">
                <a:alpha val="75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6400800" y="57607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Multi-step guided wizard for Virtual or In-Person visits.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Links live Google Calendar schedules &amp; yields printable receipts.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91E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006D8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Reassurance: Zenoph SMS &amp; Helpdesk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SMS Alerts (Ghana Gateway)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backend is fully integrated with Ghana's leading SMS gateway, Zenoph Notify, dispatching instant notifications to schedule and reassure patients: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486400" cy="1645920"/>
          </a:xfrm>
          <a:prstGeom prst="roundRect">
            <a:avLst/>
          </a:prstGeom>
          <a:solidFill>
            <a:srgbClr val="E6F4F8"/>
          </a:solidFill>
          <a:ln w="12700">
            <a:solidFill>
              <a:srgbClr val="006D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Consultation SMS Alert Example: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Ama, your Virtual consultation (Fertility &amp; IVF) with Dr. Osei Agyemang at Oak Specialist Hospital has been scheduled for Tue, May 26 at 9:00 AM. Google Meet invite sent to your email. Tel: +233509760659"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5486400" cy="1645920"/>
          </a:xfrm>
          <a:prstGeom prst="roundRect">
            <a:avLst/>
          </a:prstGeom>
          <a:solidFill>
            <a:srgbClr val="E6F4F8"/>
          </a:solidFill>
          <a:ln w="12700">
            <a:solidFill>
              <a:srgbClr val="006D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63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In-Person Consultation SMS Alert Example: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Ama, your In-Person consultation (OB/GYN) with Dr. Ama Nkrumah at Oak Specialist Hospital has been scheduled for Tue, May 26 at 10:00 AM. Location: Bek-Egg Hotel Rd, Santasi. Map: https://maps.google.com/?q=Oak+Specialist+Hospital+Kumasi"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1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Digital Patient Channels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Tawk.to Live Chat Widget: Real-time patient queries and clinical support embedded directly on the homepage.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Formspree Support: Direct, spam-filtered email notifications routed directly from the contact form to the clinic inbox.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4389120"/>
            <a:ext cx="1645920" cy="1645920"/>
          </a:xfrm>
          <a:prstGeom prst="ellipse">
            <a:avLst/>
          </a:prstGeom>
          <a:solidFill>
            <a:srgbClr val="006D87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4846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&amp; CHAT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91E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006D8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Our Redesigned Platform Wins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1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Strengths of Our Solution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Working Prototype Ready: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simple static mockup—a fully coded, responsive website ready to deploy on your local Apache (XAMPP) server.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Localized Automation in Ghana: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 Zenoph Notify PHP SDK backend integration for automatic booking SMS confirmations.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Telehealth Widescreen Support: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automated Google Meet video meeting link creation for remote patient care.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Widescreen Technical Optimization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18288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High-Performance Code: Optimized for rapid mobile loading on standard cellular networks in Ghana.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SEO Schema: Direct Google indexing for competitive medical search terms ("IVF Kumasi", "Maternity Clinic Santasi").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3840480"/>
            <a:ext cx="5120640" cy="2286000"/>
          </a:xfrm>
          <a:prstGeom prst="roundRect">
            <a:avLst/>
          </a:prstGeom>
          <a:solidFill>
            <a:srgbClr val="091E3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41148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"First-class medical clinics deserve a first-class digital presence. Our redesign directly transforms patient impressions into immediate operational clinical bookings."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Oak Specialist Hospital Redesign Pitch</dc:title>
  <dc:subject>PptxGenJS Presentation</dc:subject>
  <dc:creator>PptxGenJS</dc:creator>
  <cp:lastModifiedBy>PptxGenJS</cp:lastModifiedBy>
  <cp:revision>1</cp:revision>
  <dcterms:created xsi:type="dcterms:W3CDTF">2026-05-26T00:20:52Z</dcterms:created>
  <dcterms:modified xsi:type="dcterms:W3CDTF">2026-05-26T00:20:52Z</dcterms:modified>
</cp:coreProperties>
</file>